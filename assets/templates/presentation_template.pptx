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F6164-F824-4CD4-FC20-275971D00F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473982-CE30-B64D-3AC4-A4F1221764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3015C9-DCA0-BC92-2186-B29E6D89D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2C3F4-6E80-4712-BE91-3689CFDEB14B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8E80F0-82CE-890A-BD82-A683D7D63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6C07BA-4F59-898F-D8C7-0241B5511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723DB-115C-4F2C-8C02-2DA9202546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6810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14314-8CF2-DF9D-9706-682454E3A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D2146-1952-EA21-037A-EB82C8E3F5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273267-3427-F9F1-A77D-E40CD2473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2C3F4-6E80-4712-BE91-3689CFDEB14B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5D5D0D-7488-81DD-E3F0-3A70940B0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87637D-5F92-EC49-2D54-9B05A7617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723DB-115C-4F2C-8C02-2DA9202546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2142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97D8B-5A04-EEA3-85CC-F32883E7B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09E85-6C5C-82F2-E25D-E0E092F32B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D5937C-CA80-A766-25B9-8436A3636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2C3F4-6E80-4712-BE91-3689CFDEB14B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A92AFD-E9F9-2179-C9AB-E402F0865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A641C9-6837-7328-32F6-B006B62FB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723DB-115C-4F2C-8C02-2DA9202546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8171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11CDD-F586-85FB-9BA9-25BBEE56F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E8744-3F75-229F-7E0C-FA2D71C0E5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4F0A39-BB52-2383-866C-9C9566B74E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AE4786-94D9-D3C9-3650-EB98B1355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2C3F4-6E80-4712-BE91-3689CFDEB14B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A45CF4-2019-172E-0175-1BA9542FE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F97FCE-B1E5-D536-DCBC-8CAF21744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723DB-115C-4F2C-8C02-2DA9202546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0214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7CD3B-AF4C-A293-ABCD-B8373DE6D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97955C-CC9B-F622-2F74-AE2FD94F3B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DB0A1C-595F-7D49-A576-560D8D11EE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6F1E97-9EA0-ACFE-4ED0-3860B0414D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EFDC9E-B65D-ABC3-467C-D69B4BC721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56494F-7CFD-2BC9-C37E-65407425A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2C3F4-6E80-4712-BE91-3689CFDEB14B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FE0DA0-51E7-4546-FF71-AB64EB240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BF1FB1-6ECB-5432-BA75-B1CDF7CD1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723DB-115C-4F2C-8C02-2DA9202546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7103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82BC3-FAB8-4000-64F4-7BE7CDB55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D558DC-87C0-AA17-949A-E5E32B6A5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2C3F4-6E80-4712-BE91-3689CFDEB14B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304EC5-810F-B342-660B-D56560EB1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872B6A-9A1B-0F49-4D6D-EFE8F3F3A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723DB-115C-4F2C-8C02-2DA9202546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8770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CC40B0-03C3-0728-83ED-913DA2714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2C3F4-6E80-4712-BE91-3689CFDEB14B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386EAC-24C4-81AE-9E63-8B579DCCD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F70C3D-BCA5-B87B-2BFA-46DBD8B9A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723DB-115C-4F2C-8C02-2DA9202546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0651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51C5B-BD8D-BC88-9DA3-B7777CD39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131645-BA62-FAC9-C6F8-A66B8CE15B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7A35A0-75D6-ADD4-2D55-FD9F8C3BE6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637FA1-C83D-FD85-FD14-7575110CB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2C3F4-6E80-4712-BE91-3689CFDEB14B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7C37BD-90E1-40C5-E3A2-C350EB151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B4727C-12D9-EC5C-2AC1-B96AD38D2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723DB-115C-4F2C-8C02-2DA9202546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8145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7BD08-6D65-FA6F-E0A0-117A99769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3733F8-A93B-9DDA-6330-6055CD83AD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B78561-FBBF-E646-0F19-4008F4C29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79070B-9CD5-87A1-2B55-574C9DE2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2C3F4-6E80-4712-BE91-3689CFDEB14B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998D20-B31C-1EA1-6D7E-7F93B888F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CE4F6C-93B1-921D-10FE-5F433AB1F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723DB-115C-4F2C-8C02-2DA9202546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177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877D0-6C9C-74F0-C743-53F8F1300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DF83FD-7D8E-1512-77F8-02D7BF18DE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BD4694-5F40-2FF8-064A-C088DA93F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2C3F4-6E80-4712-BE91-3689CFDEB14B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49BC3D-B28E-DE01-2877-515EBF1DC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9D223C-98CF-2385-89CC-01B23A37C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723DB-115C-4F2C-8C02-2DA9202546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6791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0A62C7-1DEA-8AC3-31C0-FF580839B5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496406-2D62-111A-4F5C-9BE1DBEE45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014EE1-53D7-5A40-273F-7AAB7681A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2C3F4-6E80-4712-BE91-3689CFDEB14B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EFBD6-A2B1-63F7-E1E2-0CFA81205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64B79F-1191-92A4-DD88-F8C3B2D26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723DB-115C-4F2C-8C02-2DA9202546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593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2CFCEE-654D-426E-C3D5-5BD8BBFCF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93963F-0A11-C620-0D62-4B3A11ECD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7A78B6-ADEB-A174-2F4A-D441DC7E8F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F2C3F4-6E80-4712-BE91-3689CFDEB14B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6E12C2-D054-0AA1-579D-174E3F1874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736CFD-D2F0-417D-BD0E-7704F3A48A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0723DB-115C-4F2C-8C02-2DA9202546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3799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35042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bhanu teja</dc:creator>
  <cp:lastModifiedBy>bhanu teja</cp:lastModifiedBy>
  <cp:revision>1</cp:revision>
  <dcterms:created xsi:type="dcterms:W3CDTF">2026-09-11T18:08:54Z</dcterms:created>
  <dcterms:modified xsi:type="dcterms:W3CDTF">2026-09-11T18:08:54Z</dcterms:modified>
</cp:coreProperties>
</file>